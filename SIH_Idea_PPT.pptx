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72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KAM DIPIKA" userId="bfbeaeec03408e2c" providerId="LiveId" clId="{5BE1DA4C-E644-4B30-8AEC-AF69492E7D75}"/>
    <pc:docChg chg="undo custSel modSld">
      <pc:chgData name="GOKAM DIPIKA" userId="bfbeaeec03408e2c" providerId="LiveId" clId="{5BE1DA4C-E644-4B30-8AEC-AF69492E7D75}" dt="2026-08-14T07:32:30.505" v="680" actId="1038"/>
      <pc:docMkLst>
        <pc:docMk/>
      </pc:docMkLst>
      <pc:sldChg chg="addSp delSp modSp mod">
        <pc:chgData name="GOKAM DIPIKA" userId="bfbeaeec03408e2c" providerId="LiveId" clId="{5BE1DA4C-E644-4B30-8AEC-AF69492E7D75}" dt="2026-08-14T06:53:11.390" v="632" actId="14100"/>
        <pc:sldMkLst>
          <pc:docMk/>
          <pc:sldMk cId="0" sldId="281"/>
        </pc:sldMkLst>
        <pc:spChg chg="add mod">
          <ac:chgData name="GOKAM DIPIKA" userId="bfbeaeec03408e2c" providerId="LiveId" clId="{5BE1DA4C-E644-4B30-8AEC-AF69492E7D75}" dt="2026-08-14T06:53:04.294" v="630" actId="14100"/>
          <ac:spMkLst>
            <pc:docMk/>
            <pc:sldMk cId="0" sldId="281"/>
            <ac:spMk id="13" creationId="{27D984D0-2FCB-3F17-BAF8-D960D7D834E7}"/>
          </ac:spMkLst>
        </pc:spChg>
        <pc:spChg chg="add del">
          <ac:chgData name="GOKAM DIPIKA" userId="bfbeaeec03408e2c" providerId="LiveId" clId="{5BE1DA4C-E644-4B30-8AEC-AF69492E7D75}" dt="2026-08-14T06:51:11.979" v="624" actId="22"/>
          <ac:spMkLst>
            <pc:docMk/>
            <pc:sldMk cId="0" sldId="281"/>
            <ac:spMk id="15" creationId="{D801CD2D-812D-A5F0-EC64-4777BB87D6C8}"/>
          </ac:spMkLst>
        </pc:spChg>
        <pc:spChg chg="mod">
          <ac:chgData name="GOKAM DIPIKA" userId="bfbeaeec03408e2c" providerId="LiveId" clId="{5BE1DA4C-E644-4B30-8AEC-AF69492E7D75}" dt="2026-08-14T06:31:42.744" v="487" actId="6549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GOKAM DIPIKA" userId="bfbeaeec03408e2c" providerId="LiveId" clId="{5BE1DA4C-E644-4B30-8AEC-AF69492E7D75}" dt="2026-08-14T06:36:56.594" v="522" actId="20577"/>
          <ac:spMkLst>
            <pc:docMk/>
            <pc:sldMk cId="0" sldId="281"/>
            <ac:spMk id="15362" creationId="{00000000-0000-0000-0000-000000000000}"/>
          </ac:spMkLst>
        </pc:spChg>
        <pc:picChg chg="add del mod">
          <ac:chgData name="GOKAM DIPIKA" userId="bfbeaeec03408e2c" providerId="LiveId" clId="{5BE1DA4C-E644-4B30-8AEC-AF69492E7D75}" dt="2026-08-14T06:29:43.633" v="478" actId="478"/>
          <ac:picMkLst>
            <pc:docMk/>
            <pc:sldMk cId="0" sldId="281"/>
            <ac:picMk id="3" creationId="{675F0F7C-734A-4C45-D963-7F6F7B44A8EC}"/>
          </ac:picMkLst>
        </pc:picChg>
        <pc:picChg chg="add del mod">
          <ac:chgData name="GOKAM DIPIKA" userId="bfbeaeec03408e2c" providerId="LiveId" clId="{5BE1DA4C-E644-4B30-8AEC-AF69492E7D75}" dt="2026-08-14T06:30:05.640" v="482" actId="21"/>
          <ac:picMkLst>
            <pc:docMk/>
            <pc:sldMk cId="0" sldId="281"/>
            <ac:picMk id="5" creationId="{8CD86386-DB0B-D20D-9253-4957CF83ADE3}"/>
          </ac:picMkLst>
        </pc:picChg>
        <pc:picChg chg="add mod">
          <ac:chgData name="GOKAM DIPIKA" userId="bfbeaeec03408e2c" providerId="LiveId" clId="{5BE1DA4C-E644-4B30-8AEC-AF69492E7D75}" dt="2026-08-14T06:31:51.201" v="516" actId="1036"/>
          <ac:picMkLst>
            <pc:docMk/>
            <pc:sldMk cId="0" sldId="281"/>
            <ac:picMk id="12" creationId="{7AA4CEAC-6D4D-9AAE-2DE0-793E45D305AF}"/>
          </ac:picMkLst>
        </pc:picChg>
        <pc:picChg chg="add mod">
          <ac:chgData name="GOKAM DIPIKA" userId="bfbeaeec03408e2c" providerId="LiveId" clId="{5BE1DA4C-E644-4B30-8AEC-AF69492E7D75}" dt="2026-08-14T06:53:11.390" v="632" actId="14100"/>
          <ac:picMkLst>
            <pc:docMk/>
            <pc:sldMk cId="0" sldId="281"/>
            <ac:picMk id="17" creationId="{32B2A4E7-C45D-20FE-A7FA-87D43BF2B700}"/>
          </ac:picMkLst>
        </pc:picChg>
      </pc:sldChg>
      <pc:sldChg chg="addSp delSp modSp mod">
        <pc:chgData name="GOKAM DIPIKA" userId="bfbeaeec03408e2c" providerId="LiveId" clId="{5BE1DA4C-E644-4B30-8AEC-AF69492E7D75}" dt="2026-08-14T06:16:26.466" v="281" actId="1035"/>
        <pc:sldMkLst>
          <pc:docMk/>
          <pc:sldMk cId="0" sldId="290"/>
        </pc:sldMkLst>
        <pc:spChg chg="add del mod">
          <ac:chgData name="GOKAM DIPIKA" userId="bfbeaeec03408e2c" providerId="LiveId" clId="{5BE1DA4C-E644-4B30-8AEC-AF69492E7D75}" dt="2026-08-14T06:12:12.482" v="66" actId="21"/>
          <ac:spMkLst>
            <pc:docMk/>
            <pc:sldMk cId="0" sldId="290"/>
            <ac:spMk id="3" creationId="{526947CD-C8A2-FC0A-731E-4809AAD0E7DC}"/>
          </ac:spMkLst>
        </pc:spChg>
        <pc:spChg chg="add mod">
          <ac:chgData name="GOKAM DIPIKA" userId="bfbeaeec03408e2c" providerId="LiveId" clId="{5BE1DA4C-E644-4B30-8AEC-AF69492E7D75}" dt="2026-08-14T06:15:45.930" v="266" actId="1037"/>
          <ac:spMkLst>
            <pc:docMk/>
            <pc:sldMk cId="0" sldId="290"/>
            <ac:spMk id="4" creationId="{BA1405C5-FED9-6B88-9E15-8A819C390379}"/>
          </ac:spMkLst>
        </pc:spChg>
        <pc:spChg chg="add mod">
          <ac:chgData name="GOKAM DIPIKA" userId="bfbeaeec03408e2c" providerId="LiveId" clId="{5BE1DA4C-E644-4B30-8AEC-AF69492E7D75}" dt="2026-08-14T06:12:22.278" v="68"/>
          <ac:spMkLst>
            <pc:docMk/>
            <pc:sldMk cId="0" sldId="290"/>
            <ac:spMk id="5" creationId="{526947CD-C8A2-FC0A-731E-4809AAD0E7DC}"/>
          </ac:spMkLst>
        </pc:spChg>
        <pc:spChg chg="add del mod">
          <ac:chgData name="GOKAM DIPIKA" userId="bfbeaeec03408e2c" providerId="LiveId" clId="{5BE1DA4C-E644-4B30-8AEC-AF69492E7D75}" dt="2026-08-14T06:14:20.808" v="145" actId="478"/>
          <ac:spMkLst>
            <pc:docMk/>
            <pc:sldMk cId="0" sldId="290"/>
            <ac:spMk id="9" creationId="{11A0654F-E421-4D90-D89B-0487A91C1681}"/>
          </ac:spMkLst>
        </pc:spChg>
        <pc:spChg chg="mod">
          <ac:chgData name="GOKAM DIPIKA" userId="bfbeaeec03408e2c" providerId="LiveId" clId="{5BE1DA4C-E644-4B30-8AEC-AF69492E7D75}" dt="2026-08-14T06:16:26.466" v="281" actId="1035"/>
          <ac:spMkLst>
            <pc:docMk/>
            <pc:sldMk cId="0" sldId="290"/>
            <ac:spMk id="15" creationId="{C47BBA2B-FE17-6914-6113-F43332D39A02}"/>
          </ac:spMkLst>
        </pc:spChg>
        <pc:graphicFrameChg chg="del mod modGraphic">
          <ac:chgData name="GOKAM DIPIKA" userId="bfbeaeec03408e2c" providerId="LiveId" clId="{5BE1DA4C-E644-4B30-8AEC-AF69492E7D75}" dt="2026-08-14T06:12:09.872" v="65" actId="21"/>
          <ac:graphicFrameMkLst>
            <pc:docMk/>
            <pc:sldMk cId="0" sldId="290"/>
            <ac:graphicFrameMk id="13" creationId="{67BDD17E-FF81-636E-5E7E-84977707678C}"/>
          </ac:graphicFrameMkLst>
        </pc:graphicFrameChg>
        <pc:picChg chg="del mod">
          <ac:chgData name="GOKAM DIPIKA" userId="bfbeaeec03408e2c" providerId="LiveId" clId="{5BE1DA4C-E644-4B30-8AEC-AF69492E7D75}" dt="2026-08-14T06:14:18.004" v="144" actId="21"/>
          <ac:picMkLst>
            <pc:docMk/>
            <pc:sldMk cId="0" sldId="290"/>
            <ac:picMk id="29" creationId="{92EE98F8-BA7C-87D0-F093-DFAD1B030B48}"/>
          </ac:picMkLst>
        </pc:picChg>
      </pc:sldChg>
      <pc:sldChg chg="delSp modSp mod">
        <pc:chgData name="GOKAM DIPIKA" userId="bfbeaeec03408e2c" providerId="LiveId" clId="{5BE1DA4C-E644-4B30-8AEC-AF69492E7D75}" dt="2026-08-14T07:32:30.505" v="680" actId="1038"/>
        <pc:sldMkLst>
          <pc:docMk/>
          <pc:sldMk cId="0" sldId="291"/>
        </pc:sldMkLst>
        <pc:spChg chg="del mod">
          <ac:chgData name="GOKAM DIPIKA" userId="bfbeaeec03408e2c" providerId="LiveId" clId="{5BE1DA4C-E644-4B30-8AEC-AF69492E7D75}" dt="2026-08-14T07:32:20.454" v="649" actId="478"/>
          <ac:spMkLst>
            <pc:docMk/>
            <pc:sldMk cId="0" sldId="291"/>
            <ac:spMk id="4" creationId="{00000000-0000-0000-0000-000000000000}"/>
          </ac:spMkLst>
        </pc:spChg>
        <pc:spChg chg="mod">
          <ac:chgData name="GOKAM DIPIKA" userId="bfbeaeec03408e2c" providerId="LiveId" clId="{5BE1DA4C-E644-4B30-8AEC-AF69492E7D75}" dt="2026-08-14T07:32:30.505" v="680" actId="1038"/>
          <ac:spMkLst>
            <pc:docMk/>
            <pc:sldMk cId="0" sldId="291"/>
            <ac:spMk id="8" creationId="{00000000-0000-0000-0000-000000000000}"/>
          </ac:spMkLst>
        </pc:spChg>
      </pc:sldChg>
      <pc:sldChg chg="addSp delSp modSp mod">
        <pc:chgData name="GOKAM DIPIKA" userId="bfbeaeec03408e2c" providerId="LiveId" clId="{5BE1DA4C-E644-4B30-8AEC-AF69492E7D75}" dt="2026-08-14T06:55:11.687" v="637" actId="478"/>
        <pc:sldMkLst>
          <pc:docMk/>
          <pc:sldMk cId="3753387913" sldId="293"/>
        </pc:sldMkLst>
        <pc:spChg chg="del">
          <ac:chgData name="GOKAM DIPIKA" userId="bfbeaeec03408e2c" providerId="LiveId" clId="{5BE1DA4C-E644-4B30-8AEC-AF69492E7D75}" dt="2026-08-14T06:13:39.711" v="112" actId="478"/>
          <ac:spMkLst>
            <pc:docMk/>
            <pc:sldMk cId="3753387913" sldId="293"/>
            <ac:spMk id="4" creationId="{41824663-BCBF-A07F-C8D8-7F1FE24CE009}"/>
          </ac:spMkLst>
        </pc:spChg>
        <pc:spChg chg="mod">
          <ac:chgData name="GOKAM DIPIKA" userId="bfbeaeec03408e2c" providerId="LiveId" clId="{5BE1DA4C-E644-4B30-8AEC-AF69492E7D75}" dt="2026-08-14T06:14:04.488" v="142" actId="1037"/>
          <ac:spMkLst>
            <pc:docMk/>
            <pc:sldMk cId="3753387913" sldId="293"/>
            <ac:spMk id="17410" creationId="{00000000-0000-0000-0000-000000000000}"/>
          </ac:spMkLst>
        </pc:spChg>
        <pc:graphicFrameChg chg="del modGraphic">
          <ac:chgData name="GOKAM DIPIKA" userId="bfbeaeec03408e2c" providerId="LiveId" clId="{5BE1DA4C-E644-4B30-8AEC-AF69492E7D75}" dt="2026-08-14T06:13:35.718" v="111" actId="478"/>
          <ac:graphicFrameMkLst>
            <pc:docMk/>
            <pc:sldMk cId="3753387913" sldId="293"/>
            <ac:graphicFrameMk id="2" creationId="{D5774F93-1995-6C84-03BA-ABCAAE6FD82D}"/>
          </ac:graphicFrameMkLst>
        </pc:graphicFrameChg>
        <pc:picChg chg="add del mod">
          <ac:chgData name="GOKAM DIPIKA" userId="bfbeaeec03408e2c" providerId="LiveId" clId="{5BE1DA4C-E644-4B30-8AEC-AF69492E7D75}" dt="2026-08-14T06:55:11.687" v="637" actId="478"/>
          <ac:picMkLst>
            <pc:docMk/>
            <pc:sldMk cId="3753387913" sldId="293"/>
            <ac:picMk id="5" creationId="{9B0D9F70-360D-D525-0C53-CBA027712022}"/>
          </ac:picMkLst>
        </pc:picChg>
        <pc:picChg chg="add mod">
          <ac:chgData name="GOKAM DIPIKA" userId="bfbeaeec03408e2c" providerId="LiveId" clId="{5BE1DA4C-E644-4B30-8AEC-AF69492E7D75}" dt="2026-08-14T06:14:36.989" v="218" actId="1038"/>
          <ac:picMkLst>
            <pc:docMk/>
            <pc:sldMk cId="3753387913" sldId="293"/>
            <ac:picMk id="29" creationId="{92EE98F8-BA7C-87D0-F093-DFAD1B030B48}"/>
          </ac:picMkLst>
        </pc:picChg>
      </pc:sldChg>
      <pc:sldChg chg="addSp delSp modSp mod">
        <pc:chgData name="GOKAM DIPIKA" userId="bfbeaeec03408e2c" providerId="LiveId" clId="{5BE1DA4C-E644-4B30-8AEC-AF69492E7D75}" dt="2026-08-14T06:20:37.424" v="400" actId="1035"/>
        <pc:sldMkLst>
          <pc:docMk/>
          <pc:sldMk cId="2997144140" sldId="294"/>
        </pc:sldMkLst>
        <pc:spChg chg="add del mod">
          <ac:chgData name="GOKAM DIPIKA" userId="bfbeaeec03408e2c" providerId="LiveId" clId="{5BE1DA4C-E644-4B30-8AEC-AF69492E7D75}" dt="2026-08-14T06:16:43.860" v="283" actId="478"/>
          <ac:spMkLst>
            <pc:docMk/>
            <pc:sldMk cId="2997144140" sldId="294"/>
            <ac:spMk id="3" creationId="{2A125826-7B4B-23BD-3C49-E66CA4E4530A}"/>
          </ac:spMkLst>
        </pc:spChg>
        <pc:spChg chg="add mod">
          <ac:chgData name="GOKAM DIPIKA" userId="bfbeaeec03408e2c" providerId="LiveId" clId="{5BE1DA4C-E644-4B30-8AEC-AF69492E7D75}" dt="2026-08-14T06:19:07.120" v="370" actId="114"/>
          <ac:spMkLst>
            <pc:docMk/>
            <pc:sldMk cId="2997144140" sldId="294"/>
            <ac:spMk id="5" creationId="{19741D0F-B8D5-64DC-0514-16557422B391}"/>
          </ac:spMkLst>
        </pc:spChg>
        <pc:spChg chg="del mod">
          <ac:chgData name="GOKAM DIPIKA" userId="bfbeaeec03408e2c" providerId="LiveId" clId="{5BE1DA4C-E644-4B30-8AEC-AF69492E7D75}" dt="2026-08-14T06:17:23.637" v="343" actId="478"/>
          <ac:spMkLst>
            <pc:docMk/>
            <pc:sldMk cId="2997144140" sldId="294"/>
            <ac:spMk id="8" creationId="{802BC7A1-B5BD-2EB5-F4CA-59F9743F5600}"/>
          </ac:spMkLst>
        </pc:spChg>
        <pc:graphicFrameChg chg="del">
          <ac:chgData name="GOKAM DIPIKA" userId="bfbeaeec03408e2c" providerId="LiveId" clId="{5BE1DA4C-E644-4B30-8AEC-AF69492E7D75}" dt="2026-08-14T06:16:41.506" v="282" actId="478"/>
          <ac:graphicFrameMkLst>
            <pc:docMk/>
            <pc:sldMk cId="2997144140" sldId="294"/>
            <ac:graphicFrameMk id="4" creationId="{23E02AC1-8AE8-EF4D-2AEB-3D578854D631}"/>
          </ac:graphicFrameMkLst>
        </pc:graphicFrameChg>
        <pc:picChg chg="mod">
          <ac:chgData name="GOKAM DIPIKA" userId="bfbeaeec03408e2c" providerId="LiveId" clId="{5BE1DA4C-E644-4B30-8AEC-AF69492E7D75}" dt="2026-08-14T06:20:37.424" v="400" actId="1035"/>
          <ac:picMkLst>
            <pc:docMk/>
            <pc:sldMk cId="2997144140" sldId="294"/>
            <ac:picMk id="13" creationId="{047FD3A4-5CC0-7ACB-0663-698C95D84DF8}"/>
          </ac:picMkLst>
        </pc:picChg>
      </pc:sldChg>
      <pc:sldChg chg="modSp mod">
        <pc:chgData name="GOKAM DIPIKA" userId="bfbeaeec03408e2c" providerId="LiveId" clId="{5BE1DA4C-E644-4B30-8AEC-AF69492E7D75}" dt="2026-08-14T06:22:47.531" v="474" actId="14100"/>
        <pc:sldMkLst>
          <pc:docMk/>
          <pc:sldMk cId="3916788613" sldId="296"/>
        </pc:sldMkLst>
        <pc:spChg chg="mod">
          <ac:chgData name="GOKAM DIPIKA" userId="bfbeaeec03408e2c" providerId="LiveId" clId="{5BE1DA4C-E644-4B30-8AEC-AF69492E7D75}" dt="2026-08-14T06:22:47.531" v="474" actId="14100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296CDA-4A0F-03B3-BF50-A382B97865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051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191575" y="1873250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10798" y="1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140" y="1873250"/>
            <a:ext cx="7969820" cy="4178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SIH25076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AI-Powered Farmer Query Support And Advisory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Agriculture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008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Titan coders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AgriQura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206405"/>
            <a:ext cx="116270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i="1" dirty="0"/>
              <a:t>Detailed Explanation of the 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Titan Coders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A4CEAC-6D4D-9AAE-2DE0-793E45D30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130" y="3771"/>
            <a:ext cx="1251857" cy="12518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D984D0-2FCB-3F17-BAF8-D960D7D834E7}"/>
              </a:ext>
            </a:extLst>
          </p:cNvPr>
          <p:cNvSpPr txBox="1"/>
          <p:nvPr/>
        </p:nvSpPr>
        <p:spPr>
          <a:xfrm>
            <a:off x="427384" y="2033490"/>
            <a:ext cx="593366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Problem:</a:t>
            </a:r>
            <a:r>
              <a:rPr lang="en-US" sz="2000" dirty="0"/>
              <a:t> Lack of timely, localized, and native-language agricultural advice.</a:t>
            </a:r>
          </a:p>
          <a:p>
            <a:r>
              <a:rPr lang="en-US" sz="2000" b="1" dirty="0"/>
              <a:t>Solution: “ </a:t>
            </a:r>
            <a:r>
              <a:rPr lang="en-US" sz="2000" i="1" dirty="0"/>
              <a:t>AgriQura </a:t>
            </a:r>
            <a:r>
              <a:rPr lang="en-US" sz="2000" b="1" dirty="0"/>
              <a:t>“ </a:t>
            </a:r>
            <a:r>
              <a:rPr lang="en-US" sz="2000" dirty="0"/>
              <a:t>An AI-driven Farmer Query Support &amp; Advisory System.</a:t>
            </a:r>
          </a:p>
          <a:p>
            <a:r>
              <a:rPr lang="en-US" sz="2000" b="1" dirty="0"/>
              <a:t>Key Features (At a Glance):</a:t>
            </a:r>
            <a:endParaRPr lang="en-US" sz="2000" dirty="0"/>
          </a:p>
          <a:p>
            <a:pPr lvl="0"/>
            <a:r>
              <a:rPr lang="en-US" sz="2000" b="1" dirty="0"/>
              <a:t>AI Voice Assistant:</a:t>
            </a:r>
            <a:r>
              <a:rPr lang="en-US" sz="2000" dirty="0"/>
              <a:t> Real-time multilingual support (Groq LLM).</a:t>
            </a:r>
          </a:p>
          <a:p>
            <a:pPr lvl="0"/>
            <a:r>
              <a:rPr lang="en-US" sz="2000" b="1" dirty="0"/>
              <a:t>Disease Detection:</a:t>
            </a:r>
            <a:r>
              <a:rPr lang="en-US" sz="2000" dirty="0"/>
              <a:t> Image-based crop diagnosis.</a:t>
            </a:r>
          </a:p>
          <a:p>
            <a:pPr lvl="0"/>
            <a:r>
              <a:rPr lang="en-US" sz="2000" b="1" dirty="0"/>
              <a:t>Smart Advisory:</a:t>
            </a:r>
            <a:r>
              <a:rPr lang="en-US" sz="2000" dirty="0"/>
              <a:t> Weather &amp; soil-based precision farming.</a:t>
            </a:r>
          </a:p>
          <a:p>
            <a:pPr lvl="0"/>
            <a:r>
              <a:rPr lang="en-US" sz="2000" b="1" dirty="0"/>
              <a:t>Market &amp; Schemes:</a:t>
            </a:r>
            <a:r>
              <a:rPr lang="en-US" sz="2000" dirty="0"/>
              <a:t> Live prices &amp; govt. scheme matching.</a:t>
            </a:r>
          </a:p>
          <a:p>
            <a:pPr lvl="0"/>
            <a:r>
              <a:rPr lang="en-US" sz="2000" b="1" dirty="0"/>
              <a:t>Expert Connect:</a:t>
            </a:r>
            <a:r>
              <a:rPr lang="en-US" sz="2000" dirty="0"/>
              <a:t> Direct access to agronomists.</a:t>
            </a: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B2A4E7-C45D-20FE-A7FA-87D43BF2B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896" y="1938010"/>
            <a:ext cx="5734878" cy="38916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6241" y="256503"/>
            <a:ext cx="13987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Titan </a:t>
            </a:r>
          </a:p>
          <a:p>
            <a:pPr algn="ctr"/>
            <a:r>
              <a:rPr lang="en-US" sz="2000" b="1" dirty="0"/>
              <a:t>Coders</a:t>
            </a:r>
            <a:endParaRPr lang="en-IN" sz="20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7BBA2B-FE17-6914-6113-F43332D39A02}"/>
              </a:ext>
            </a:extLst>
          </p:cNvPr>
          <p:cNvSpPr txBox="1"/>
          <p:nvPr/>
        </p:nvSpPr>
        <p:spPr>
          <a:xfrm>
            <a:off x="355599" y="895267"/>
            <a:ext cx="11501783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400" b="1" i="1" dirty="0"/>
              <a:t>Technologies to be Used</a:t>
            </a:r>
            <a:endParaRPr lang="en-IN" sz="20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405C5-FED9-6B88-9E15-8A819C390379}"/>
              </a:ext>
            </a:extLst>
          </p:cNvPr>
          <p:cNvSpPr txBox="1"/>
          <p:nvPr/>
        </p:nvSpPr>
        <p:spPr>
          <a:xfrm>
            <a:off x="525453" y="1653871"/>
            <a:ext cx="116336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Architecture Overview:</a:t>
            </a:r>
            <a:r>
              <a:rPr lang="en-US" dirty="0"/>
              <a:t> A robust, scalable Client-Server architecture utilizing the MERN stack with modern build tools and AI integrations.</a:t>
            </a:r>
          </a:p>
          <a:p>
            <a:pPr lvl="0"/>
            <a:r>
              <a:rPr lang="en-US" b="1" dirty="0"/>
              <a:t>Frontend (User Interface):</a:t>
            </a:r>
            <a:endParaRPr lang="en-US" dirty="0"/>
          </a:p>
          <a:p>
            <a:pPr lvl="1"/>
            <a:r>
              <a:rPr lang="en-US" i="1" dirty="0"/>
              <a:t>Framework:</a:t>
            </a:r>
            <a:r>
              <a:rPr lang="en-US" dirty="0"/>
              <a:t> React.js powered by Vite for high performance.</a:t>
            </a:r>
          </a:p>
          <a:p>
            <a:pPr lvl="1"/>
            <a:r>
              <a:rPr lang="en-US" i="1" dirty="0"/>
              <a:t>Styling &amp; UI:</a:t>
            </a:r>
            <a:r>
              <a:rPr lang="en-US" dirty="0"/>
              <a:t> TailwindCSS for a mobile-first responsive design, enhanced by Framer Motion and GSAP for fluid micro-animations.</a:t>
            </a:r>
          </a:p>
          <a:p>
            <a:pPr lvl="1"/>
            <a:r>
              <a:rPr lang="en-US" i="1" dirty="0"/>
              <a:t>Accessibility:</a:t>
            </a:r>
            <a:r>
              <a:rPr lang="en-US" dirty="0"/>
              <a:t> i18next for seamless multi-language support (crucial for rural demographics).</a:t>
            </a:r>
          </a:p>
          <a:p>
            <a:pPr lvl="0"/>
            <a:r>
              <a:rPr lang="en-US" b="1" dirty="0"/>
              <a:t>Backend (Core Logic &amp; APIs):</a:t>
            </a:r>
            <a:endParaRPr lang="en-US" dirty="0"/>
          </a:p>
          <a:p>
            <a:pPr lvl="1"/>
            <a:r>
              <a:rPr lang="en-US" i="1" dirty="0"/>
              <a:t>Framework:</a:t>
            </a:r>
            <a:r>
              <a:rPr lang="en-US" dirty="0"/>
              <a:t> Node.js and Express.js RESTful API architecture.</a:t>
            </a:r>
          </a:p>
          <a:p>
            <a:pPr lvl="1"/>
            <a:r>
              <a:rPr lang="en-US" i="1" dirty="0"/>
              <a:t>Security:</a:t>
            </a:r>
            <a:r>
              <a:rPr lang="en-US" dirty="0"/>
              <a:t> JWT (JSON Web Tokens), Google OAuth integration, and rate limiting (helmet, express-rate-limit).</a:t>
            </a:r>
          </a:p>
          <a:p>
            <a:pPr lvl="0"/>
            <a:r>
              <a:rPr lang="en-US" b="1" dirty="0"/>
              <a:t>Database:</a:t>
            </a:r>
            <a:endParaRPr lang="en-US" dirty="0"/>
          </a:p>
          <a:p>
            <a:pPr lvl="1"/>
            <a:r>
              <a:rPr lang="en-US" i="1" dirty="0"/>
              <a:t>System:</a:t>
            </a:r>
            <a:r>
              <a:rPr lang="en-US" dirty="0"/>
              <a:t> MongoDB with Mongoose ODM for flexible, schema-less data storage handling user profiles, farm data, and advisory history.</a:t>
            </a:r>
          </a:p>
          <a:p>
            <a:pPr lvl="0"/>
            <a:r>
              <a:rPr lang="en-US" b="1" dirty="0"/>
              <a:t>AI &amp; 3rd Party Integrations:</a:t>
            </a:r>
            <a:endParaRPr lang="en-US" dirty="0"/>
          </a:p>
          <a:p>
            <a:pPr lvl="1"/>
            <a:r>
              <a:rPr lang="en-US" i="1" dirty="0"/>
              <a:t>LLM Inference:</a:t>
            </a:r>
            <a:r>
              <a:rPr lang="en-US" dirty="0"/>
              <a:t> groq-sdk for ultra-fast, cost-effective conversational AI processing.</a:t>
            </a:r>
          </a:p>
          <a:p>
            <a:pPr lvl="1"/>
            <a:r>
              <a:rPr lang="en-US" i="1" dirty="0"/>
              <a:t>Communications:</a:t>
            </a:r>
            <a:r>
              <a:rPr lang="en-US" dirty="0"/>
              <a:t> @emailjs for alerts and notifications.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9982" y="1272884"/>
            <a:ext cx="6476558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/>
              <a:t>Technical Feasibility:</a:t>
            </a:r>
            <a:endParaRPr lang="en-US" dirty="0"/>
          </a:p>
          <a:p>
            <a:pPr lvl="0"/>
            <a:r>
              <a:rPr lang="en-US" dirty="0"/>
              <a:t>Built entirely on reliable, open-source technologies (MERN stack).</a:t>
            </a:r>
          </a:p>
          <a:p>
            <a:pPr lvl="0"/>
            <a:r>
              <a:rPr lang="en-US" dirty="0"/>
              <a:t>The use of Groq API ensures high-speed AI capabilities without the need for expensive in-house GPU infrastructure.</a:t>
            </a:r>
          </a:p>
          <a:p>
            <a:pPr lvl="0"/>
            <a:r>
              <a:rPr lang="en-US" dirty="0"/>
              <a:t>The modular, API-first design allows for easy integration with future IoT devices or external weather/market APIs.</a:t>
            </a:r>
          </a:p>
          <a:p>
            <a:r>
              <a:rPr lang="en-US" b="1" dirty="0"/>
              <a:t>Economic Viability &amp; Adoption:</a:t>
            </a:r>
            <a:endParaRPr lang="en-US" dirty="0"/>
          </a:p>
          <a:p>
            <a:pPr lvl="0"/>
            <a:r>
              <a:rPr lang="en-US" b="1" dirty="0"/>
              <a:t>High Accessibility:</a:t>
            </a:r>
            <a:r>
              <a:rPr lang="en-US" dirty="0"/>
              <a:t> Designed as a responsive web app, eliminating the friction of app store downloads while functioning smoothly on budget smartphones prevalent in rural India.</a:t>
            </a:r>
          </a:p>
          <a:p>
            <a:pPr lvl="0"/>
            <a:r>
              <a:rPr lang="en-US" b="1" dirty="0"/>
              <a:t>Vernacular &amp; Voice-First:</a:t>
            </a:r>
            <a:r>
              <a:rPr lang="en-US" dirty="0"/>
              <a:t> Overcomes literacy barriers through voice commands and native language support, ensuring high user adoption.</a:t>
            </a:r>
          </a:p>
          <a:p>
            <a:pPr lvl="0"/>
            <a:r>
              <a:rPr lang="en-US" b="1" dirty="0"/>
              <a:t>Sustainable Model:</a:t>
            </a:r>
            <a:r>
              <a:rPr lang="en-US" dirty="0"/>
              <a:t> Potential for freemium models for farmers, supplemented by B2B partnerships with Agri-input companies and government bodies.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Titan Coders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92EE98F8-BA7C-87D0-F093-DFAD1B030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178034" y="1423649"/>
            <a:ext cx="4648238" cy="4236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47FD3A4-5CC0-7ACB-0663-698C95D84D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7345680" y="1503888"/>
            <a:ext cx="4490720" cy="399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Titan Coders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741D0F-B8D5-64DC-0514-16557422B391}"/>
              </a:ext>
            </a:extLst>
          </p:cNvPr>
          <p:cNvSpPr txBox="1"/>
          <p:nvPr/>
        </p:nvSpPr>
        <p:spPr>
          <a:xfrm>
            <a:off x="329773" y="1305341"/>
            <a:ext cx="680652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Direct Benefits to Farmers:</a:t>
            </a:r>
            <a:endParaRPr lang="en-US" sz="2400" i="1" dirty="0"/>
          </a:p>
          <a:p>
            <a:pPr lvl="0"/>
            <a:r>
              <a:rPr lang="en-US" b="1" dirty="0"/>
              <a:t>Increased Yield &amp; Reduced Loss:</a:t>
            </a:r>
            <a:r>
              <a:rPr lang="en-US" dirty="0"/>
              <a:t> Early disease detection and hyper-local weather alerts prevent crop damage.</a:t>
            </a:r>
          </a:p>
          <a:p>
            <a:pPr lvl="0"/>
            <a:r>
              <a:rPr lang="en-US" b="1" dirty="0"/>
              <a:t>Cost Optimization:</a:t>
            </a:r>
            <a:r>
              <a:rPr lang="en-US" dirty="0"/>
              <a:t> Soil health advisories ensure optimal use of fertilizers and pesticides, reducing input costs.</a:t>
            </a:r>
          </a:p>
          <a:p>
            <a:pPr lvl="0"/>
            <a:r>
              <a:rPr lang="en-US" b="1" dirty="0"/>
              <a:t>Better Profitability:</a:t>
            </a:r>
            <a:r>
              <a:rPr lang="en-US" dirty="0"/>
              <a:t> Real-time market intelligence prevents distress selling and maximizes revenue.</a:t>
            </a:r>
          </a:p>
          <a:p>
            <a:r>
              <a:rPr lang="en-US" sz="2400" b="1" i="1" dirty="0"/>
              <a:t>Socio-Economic &amp; Environmental Impact:</a:t>
            </a:r>
            <a:endParaRPr lang="en-US" sz="2400" i="1" dirty="0"/>
          </a:p>
          <a:p>
            <a:pPr lvl="0"/>
            <a:r>
              <a:rPr lang="en-US" b="1" dirty="0"/>
              <a:t>Digital Inclusion:</a:t>
            </a:r>
            <a:r>
              <a:rPr lang="en-US" dirty="0"/>
              <a:t> Bridges the digital divide, bringing state-of-the-art AI to the most marginalized farming communities.</a:t>
            </a:r>
          </a:p>
          <a:p>
            <a:pPr lvl="0"/>
            <a:r>
              <a:rPr lang="en-US" b="1" dirty="0"/>
              <a:t>Empowerment:</a:t>
            </a:r>
            <a:r>
              <a:rPr lang="en-US" dirty="0"/>
              <a:t> Connects farmers to vital government schemes they might otherwise miss.</a:t>
            </a:r>
          </a:p>
          <a:p>
            <a:pPr lvl="0"/>
            <a:r>
              <a:rPr lang="en-US" b="1" dirty="0"/>
              <a:t>Sustainability:</a:t>
            </a:r>
            <a:r>
              <a:rPr lang="en-US" dirty="0"/>
              <a:t> Promotes eco-friendly farming practices by preventing the overuse of chemical inputs through precise, data-driven recommendations.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45046" y="1152114"/>
            <a:ext cx="10406050" cy="5122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/>
              <a:t>Market &amp; Demographic Studies:</a:t>
            </a:r>
            <a:r>
              <a:rPr lang="en-US" sz="2000" dirty="0"/>
              <a:t> Reports on smartphone and internet penetration in rural India (e.g., IAMAI reports).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Agricultural Challenges:</a:t>
            </a:r>
            <a:r>
              <a:rPr lang="en-US" sz="2000" dirty="0"/>
              <a:t> ICAR (Indian Council of Agricultural Research) documentation on crop diseases and yield gaps.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Technology Stack Documentation: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i="1" dirty="0"/>
              <a:t>Groq API:</a:t>
            </a:r>
            <a:r>
              <a:rPr lang="en-US" sz="2000" dirty="0"/>
              <a:t> For high-performance LLM inference.</a:t>
            </a:r>
          </a:p>
          <a:p>
            <a:pPr lvl="1">
              <a:lnSpc>
                <a:spcPct val="150000"/>
              </a:lnSpc>
            </a:pPr>
            <a:r>
              <a:rPr lang="en-US" sz="2000" i="1" dirty="0"/>
              <a:t>React &amp; Vite:</a:t>
            </a:r>
            <a:r>
              <a:rPr lang="en-US" sz="2000" dirty="0"/>
              <a:t> For modern, performant web development.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AI Training Datasets (Reference):</a:t>
            </a:r>
            <a:r>
              <a:rPr lang="en-US" sz="2000" dirty="0"/>
              <a:t> Datasets like </a:t>
            </a:r>
            <a:r>
              <a:rPr lang="en-US" sz="2000" i="1" dirty="0"/>
              <a:t>PlantVillage</a:t>
            </a:r>
            <a:r>
              <a:rPr lang="en-US" sz="2000" dirty="0"/>
              <a:t> used generally for training crop disease classification models.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Government Portals:</a:t>
            </a:r>
            <a:r>
              <a:rPr lang="en-US" sz="2000" dirty="0"/>
              <a:t> Integration references from e-NAM (National Agriculture Market) and state agricultural scheme databases.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009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Titan </a:t>
            </a:r>
          </a:p>
          <a:p>
            <a:pPr algn="ctr"/>
            <a:r>
              <a:rPr lang="en-US" b="1" dirty="0"/>
              <a:t>Coders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7782</TotalTime>
  <Words>824</Words>
  <Application>Microsoft Office PowerPoint</Application>
  <PresentationFormat>Widescreen</PresentationFormat>
  <Paragraphs>94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AgriQura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GOKAM DIPIKA</cp:lastModifiedBy>
  <cp:revision>159</cp:revision>
  <dcterms:created xsi:type="dcterms:W3CDTF">2013-12-12T18:46:50Z</dcterms:created>
  <dcterms:modified xsi:type="dcterms:W3CDTF">2026-08-14T07:32:35Z</dcterms:modified>
  <cp:category/>
</cp:coreProperties>
</file>